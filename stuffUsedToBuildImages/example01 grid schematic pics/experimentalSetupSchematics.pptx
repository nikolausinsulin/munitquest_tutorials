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658" y="-29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8B8B2B-7445-6BFC-F6CF-36A8FE0092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0124159-1A33-14C2-948A-18DFD0F3C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3789860-CF57-1A6B-D522-675CBB8C9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BD087-7244-47ED-B59E-E83001E29F2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B331F2-387E-04AC-4904-391B3AC8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EB3541-0951-F3E1-8128-B8AD473B1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04F33-7585-493A-8493-B801AD7FD11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324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DB855F-36FD-3F0C-BE0C-9884846A5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26B723-9A23-9891-D1F8-31759041F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AB049E-8D89-7B8E-4C23-CB7312E8A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BD087-7244-47ED-B59E-E83001E29F2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2713F4-160B-98F8-2CA1-84A1D172F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0571C9-8A71-3B27-0C4A-002C82D86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04F33-7585-493A-8493-B801AD7FD11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578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13257F-76FB-31C9-9081-185DB58BB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3620E34-BC49-5D62-70AC-D17CF2A99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A44844C-2ACF-AB78-6AF7-4E4CBED5D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BD087-7244-47ED-B59E-E83001E29F2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7B63339-DCB0-61EA-286E-EEFAA2937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E627B07-F88D-531D-5664-008FCD062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04F33-7585-493A-8493-B801AD7FD11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717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D04872-C51C-DC39-0F63-DA881372B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E9A0FE1-ECB0-03B1-55EC-B16D2207E9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FAE27A1-E536-1F8C-648A-B5A0ED5BEA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E7D6DBE-BD59-3D4A-81BA-29A5F8256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BD087-7244-47ED-B59E-E83001E29F2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6D5A630-5EE2-D701-B06D-5ABF80C4A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D60B789-EE01-820B-AD2A-1A45B2F0E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04F33-7585-493A-8493-B801AD7FD11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83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F7615B-E898-2E56-B0AC-C8BE31189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9ABAE2F-C93B-322E-46D5-0CDFC46F3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D823CFE-4495-92E1-A381-8CAD329C86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D3C654E-B1FF-91D9-91C8-5529E7009E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3E0758C-38F7-5EAF-B8D4-C1C74ADB4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BFC7491-ABB3-F055-F9F7-E592DC195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BD087-7244-47ED-B59E-E83001E29F2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0B27191-1A08-55FC-458B-A0D3D7E00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8748B49-E43E-E97C-DD47-511DED212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04F33-7585-493A-8493-B801AD7FD11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871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9ACABD-660C-D049-0671-6C6B16AE8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4E5D870-0F96-C8A2-83ED-0F6A07028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BD087-7244-47ED-B59E-E83001E29F2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F1DD4F1-EE89-3510-0564-698FB2E58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C0ECCBC-C60B-29CD-8573-D04539770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04F33-7585-493A-8493-B801AD7FD11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774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3E1057C-B4E3-70F6-3D08-0431BE9F8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BD087-7244-47ED-B59E-E83001E29F2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129E4E3-2B12-FD7C-6B81-DF633A34C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FF56724-4CC5-630B-8C28-A10B80AAB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04F33-7585-493A-8493-B801AD7FD11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156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602482-DF66-A08F-15D3-11BF41FF8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DC4C8A-FCD9-234E-7539-C5D5E1638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556C0DA-997A-3D2A-CD1D-7CB70A7049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8163A25-71D3-C91C-100D-D5E5562A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BD087-7244-47ED-B59E-E83001E29F2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207DD43-F35B-450C-62E0-D3D97ABAB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31555FC-F634-7609-E4BF-A20E317AD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04F33-7585-493A-8493-B801AD7FD11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188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524B60-69A1-BE27-978F-FCBC11FE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731C3A1-AB65-5577-0757-C6FEFF3F9C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C645AB6-EC2D-36A8-FFB6-8D72EDF388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B2459AD-0506-1585-1548-5957E1640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BD087-7244-47ED-B59E-E83001E29F2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CD4E6D8-37F8-5F83-A5CD-B8B3FFAA2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E081034-B125-15DE-01F4-1C84F8C19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04F33-7585-493A-8493-B801AD7FD11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449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66B9E2-31C7-DB8D-407C-7A7AA8650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36831D7-3960-8B10-F86A-EA0BC06FB0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F6DACF-6E31-2F7B-3295-63C9C5809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BD087-7244-47ED-B59E-E83001E29F2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B361877-45EA-FA9C-E2EA-51AFEA014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2D45CB-E0D5-05F0-A54F-FF4CF6970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04F33-7585-493A-8493-B801AD7FD11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49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C31033D-164A-7FB9-BF59-A2D3B36551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2B73D9F-040F-8776-AE00-D76441917D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955BC4-289B-D147-BB2F-8DCD10BCE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BD087-7244-47ED-B59E-E83001E29F2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29D8F2-6649-16E2-BA02-F96452BD2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7F41434-045E-A6DC-EBCF-B08CCF698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04F33-7585-493A-8493-B801AD7FD11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667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9AEF1B7-218E-3470-8BAF-9B842AE4E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6C858A-C6FA-A50C-9538-7D8127B0C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DB44AB-FF3A-733A-E9DB-6F00CB3313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2BD087-7244-47ED-B59E-E83001E29F2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183D92-8E55-17D1-8DAE-4029D7ECA3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6D664E-0489-1354-1956-C8636794FC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004F33-7585-493A-8493-B801AD7FD11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382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287531DA-0865-E93A-4CCE-6CB8F9B580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2330072"/>
            <a:ext cx="12192000" cy="4876800"/>
          </a:xfrm>
          <a:prstGeom prst="rect">
            <a:avLst/>
          </a:prstGeom>
        </p:spPr>
      </p:pic>
      <p:sp>
        <p:nvSpPr>
          <p:cNvPr id="14" name="Ellipse 13">
            <a:extLst>
              <a:ext uri="{FF2B5EF4-FFF2-40B4-BE49-F238E27FC236}">
                <a16:creationId xmlns:a16="http://schemas.microsoft.com/office/drawing/2014/main" id="{0C0F97F9-2626-92B8-E641-9113DB916622}"/>
              </a:ext>
            </a:extLst>
          </p:cNvPr>
          <p:cNvSpPr/>
          <p:nvPr/>
        </p:nvSpPr>
        <p:spPr>
          <a:xfrm>
            <a:off x="4286822" y="4837019"/>
            <a:ext cx="242887" cy="2286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DB850611-BF45-E0FA-8488-D4846C13801B}"/>
              </a:ext>
            </a:extLst>
          </p:cNvPr>
          <p:cNvSpPr/>
          <p:nvPr/>
        </p:nvSpPr>
        <p:spPr>
          <a:xfrm>
            <a:off x="5401122" y="4832765"/>
            <a:ext cx="242887" cy="2286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E550F732-B6E6-2B46-AADF-A05D690502CF}"/>
              </a:ext>
            </a:extLst>
          </p:cNvPr>
          <p:cNvSpPr/>
          <p:nvPr/>
        </p:nvSpPr>
        <p:spPr>
          <a:xfrm>
            <a:off x="4350887" y="4544444"/>
            <a:ext cx="167878" cy="123444"/>
          </a:xfrm>
          <a:prstGeom prst="ellipse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E9E8F1EF-22DD-1BE8-7CC2-38B53950B656}"/>
              </a:ext>
            </a:extLst>
          </p:cNvPr>
          <p:cNvSpPr/>
          <p:nvPr/>
        </p:nvSpPr>
        <p:spPr>
          <a:xfrm>
            <a:off x="5424935" y="4544444"/>
            <a:ext cx="167878" cy="123444"/>
          </a:xfrm>
          <a:prstGeom prst="ellipse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84D5F845-BB44-A26D-815A-CDB1DBDC24CC}"/>
              </a:ext>
            </a:extLst>
          </p:cNvPr>
          <p:cNvSpPr/>
          <p:nvPr/>
        </p:nvSpPr>
        <p:spPr>
          <a:xfrm>
            <a:off x="5272110" y="2004960"/>
            <a:ext cx="167878" cy="123444"/>
          </a:xfrm>
          <a:prstGeom prst="ellipse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BA405D03-C71A-5702-3D73-3C3A7B9E3B7A}"/>
              </a:ext>
            </a:extLst>
          </p:cNvPr>
          <p:cNvSpPr/>
          <p:nvPr/>
        </p:nvSpPr>
        <p:spPr>
          <a:xfrm>
            <a:off x="5214425" y="2241528"/>
            <a:ext cx="242887" cy="2286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DD480225-5D89-21B0-2465-81103ECBE4FD}"/>
              </a:ext>
            </a:extLst>
          </p:cNvPr>
          <p:cNvSpPr/>
          <p:nvPr/>
        </p:nvSpPr>
        <p:spPr>
          <a:xfrm>
            <a:off x="4981156" y="2895192"/>
            <a:ext cx="476156" cy="22340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F762C885-B885-129B-EE65-C0802F01F2BD}"/>
              </a:ext>
            </a:extLst>
          </p:cNvPr>
          <p:cNvSpPr txBox="1"/>
          <p:nvPr/>
        </p:nvSpPr>
        <p:spPr>
          <a:xfrm>
            <a:off x="5424935" y="1882016"/>
            <a:ext cx="2141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Fine-Wire </a:t>
            </a:r>
            <a:r>
              <a:rPr lang="de-DE" dirty="0" err="1"/>
              <a:t>Electrode</a:t>
            </a:r>
            <a:endParaRPr lang="de-DE" dirty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A5F71754-858A-3144-548A-D323AB22CDFE}"/>
              </a:ext>
            </a:extLst>
          </p:cNvPr>
          <p:cNvSpPr txBox="1"/>
          <p:nvPr/>
        </p:nvSpPr>
        <p:spPr>
          <a:xfrm>
            <a:off x="5424935" y="2176072"/>
            <a:ext cx="2061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Concentric</a:t>
            </a:r>
            <a:r>
              <a:rPr lang="de-DE" dirty="0"/>
              <a:t> Needle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69DDAEC5-4002-DC6B-4EA8-E758DA354028}"/>
              </a:ext>
            </a:extLst>
          </p:cNvPr>
          <p:cNvSpPr txBox="1"/>
          <p:nvPr/>
        </p:nvSpPr>
        <p:spPr>
          <a:xfrm>
            <a:off x="5424935" y="2511078"/>
            <a:ext cx="1558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Thin</a:t>
            </a:r>
            <a:r>
              <a:rPr lang="de-DE" dirty="0"/>
              <a:t>-Filament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DD01A813-A7EF-D767-CC2B-07A1150872B9}"/>
              </a:ext>
            </a:extLst>
          </p:cNvPr>
          <p:cNvSpPr txBox="1"/>
          <p:nvPr/>
        </p:nvSpPr>
        <p:spPr>
          <a:xfrm>
            <a:off x="5418411" y="2826567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HDsEMG</a:t>
            </a:r>
            <a:endParaRPr lang="de-DE" dirty="0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B1142730-7D32-EC52-832A-32819E1736DF}"/>
              </a:ext>
            </a:extLst>
          </p:cNvPr>
          <p:cNvSpPr txBox="1"/>
          <p:nvPr/>
        </p:nvSpPr>
        <p:spPr>
          <a:xfrm>
            <a:off x="3645694" y="159026"/>
            <a:ext cx="71254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Image source: https://pixabay.com/vectors/arm-hand-person-anatomy-forearm-8213822/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C395972B-5D72-78E1-93ED-D4C29CCFD169}"/>
              </a:ext>
            </a:extLst>
          </p:cNvPr>
          <p:cNvSpPr/>
          <p:nvPr/>
        </p:nvSpPr>
        <p:spPr>
          <a:xfrm>
            <a:off x="5442571" y="5376354"/>
            <a:ext cx="167878" cy="123444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94B8473B-570D-97ED-0D22-7411E33290F1}"/>
              </a:ext>
            </a:extLst>
          </p:cNvPr>
          <p:cNvSpPr/>
          <p:nvPr/>
        </p:nvSpPr>
        <p:spPr>
          <a:xfrm>
            <a:off x="4331962" y="5375709"/>
            <a:ext cx="167878" cy="123444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67B22CC9-E299-BB5B-A77C-D067F9404DE4}"/>
              </a:ext>
            </a:extLst>
          </p:cNvPr>
          <p:cNvSpPr/>
          <p:nvPr/>
        </p:nvSpPr>
        <p:spPr>
          <a:xfrm>
            <a:off x="5250533" y="2634022"/>
            <a:ext cx="167878" cy="123444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2F4FD43F-45BA-F491-3A93-02EFC49B20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4710" y="4546125"/>
            <a:ext cx="1174254" cy="1170927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1D60299E-3724-62C4-7E30-E2DC2D24C9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101" y="4121408"/>
            <a:ext cx="602836" cy="1778113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A56AD3C6-8D96-179D-0C3F-E77CE7CE8C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111" y="4568591"/>
            <a:ext cx="2928075" cy="985547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7EEDB084-4232-A423-326E-4D60838802F7}"/>
              </a:ext>
            </a:extLst>
          </p:cNvPr>
          <p:cNvSpPr/>
          <p:nvPr/>
        </p:nvSpPr>
        <p:spPr>
          <a:xfrm>
            <a:off x="934387" y="5785221"/>
            <a:ext cx="242887" cy="228600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869A026A-3131-45C8-3500-D12CC3627167}"/>
              </a:ext>
            </a:extLst>
          </p:cNvPr>
          <p:cNvSpPr/>
          <p:nvPr/>
        </p:nvSpPr>
        <p:spPr>
          <a:xfrm>
            <a:off x="7110861" y="5556621"/>
            <a:ext cx="242887" cy="228600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195CAB8D-1495-EB10-8FCD-C4DF12C2900B}"/>
              </a:ext>
            </a:extLst>
          </p:cNvPr>
          <p:cNvSpPr/>
          <p:nvPr/>
        </p:nvSpPr>
        <p:spPr>
          <a:xfrm>
            <a:off x="5182048" y="3305474"/>
            <a:ext cx="242887" cy="228600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28BE848-3DD7-70AD-3B15-0013EC30381B}"/>
              </a:ext>
            </a:extLst>
          </p:cNvPr>
          <p:cNvSpPr txBox="1"/>
          <p:nvPr/>
        </p:nvSpPr>
        <p:spPr>
          <a:xfrm>
            <a:off x="5439988" y="3187222"/>
            <a:ext cx="2204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Reference </a:t>
            </a:r>
            <a:r>
              <a:rPr lang="de-DE" dirty="0" err="1"/>
              <a:t>Electrode</a:t>
            </a:r>
            <a:endParaRPr lang="de-DE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2750B77C-2226-9654-3CE3-7CB58926DF6F}"/>
              </a:ext>
            </a:extLst>
          </p:cNvPr>
          <p:cNvSpPr/>
          <p:nvPr/>
        </p:nvSpPr>
        <p:spPr>
          <a:xfrm>
            <a:off x="7203850" y="4454291"/>
            <a:ext cx="242887" cy="228600"/>
          </a:xfrm>
          <a:prstGeom prst="ellipse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E8EB6643-1BE3-C76D-BCDE-9E45757CA19B}"/>
              </a:ext>
            </a:extLst>
          </p:cNvPr>
          <p:cNvSpPr/>
          <p:nvPr/>
        </p:nvSpPr>
        <p:spPr>
          <a:xfrm>
            <a:off x="5158235" y="3620940"/>
            <a:ext cx="242887" cy="228600"/>
          </a:xfrm>
          <a:prstGeom prst="ellipse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23470C5-5E64-39DC-DB48-B44861CA1138}"/>
              </a:ext>
            </a:extLst>
          </p:cNvPr>
          <p:cNvSpPr txBox="1"/>
          <p:nvPr/>
        </p:nvSpPr>
        <p:spPr>
          <a:xfrm>
            <a:off x="5439988" y="3550039"/>
            <a:ext cx="1938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Ground </a:t>
            </a:r>
            <a:r>
              <a:rPr lang="de-DE" dirty="0" err="1"/>
              <a:t>Electrode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3904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Breitbild</PresentationFormat>
  <Paragraphs>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Niklas Enslin</dc:creator>
  <cp:lastModifiedBy>Niklas Enslin</cp:lastModifiedBy>
  <cp:revision>4</cp:revision>
  <dcterms:created xsi:type="dcterms:W3CDTF">2026-02-16T11:35:43Z</dcterms:created>
  <dcterms:modified xsi:type="dcterms:W3CDTF">2026-03-03T13:53:22Z</dcterms:modified>
</cp:coreProperties>
</file>